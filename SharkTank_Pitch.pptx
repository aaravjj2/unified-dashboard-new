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introduction: who we are and what the pitch will cover (5-8 minute presentation).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it matters: budget constraints, need for fast decisions, risk management. Give a concise example (e.g., a local nonprofit choosing investments for an endowment).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sources and privacy/credentials plan. Mention that our dashboard already integrates yfinance, Finnhub, and (optionally) Alpaca in the codebase.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High-level methods: time-series analysis, volatility surface visualization, lightweight ML for trends if needed. Keep methods understandable for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repo's dashboard will be used as the demo platform — point to the Options Lab tab for a hands-on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demo short and rehearsed. Mention fallback mock data to guarantee reproducible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metrics to measurable outcomes judges care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clear about what you need (data, compute, time).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specific and concise about resources and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close; invite questions and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slide for judges who ask technical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Shark Tank: Impact Data Analytics — Market Dashboard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Team: [Your Names]  •  Course: Impact Data Analytics Innovation Challenge</a:t>
            </a:r>
          </a:p>
        </p:txBody>
      </p:sp>
      <p:pic>
        <p:nvPicPr>
          <p:cNvPr id="4" name="Picture 3" descr="20251119_152942_00_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8229600" cy="176731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Many community organizations and small businesses lack timely market insights to make data-driven decisions.</a:t>
            </a:r>
          </a:p>
          <a:p>
            <a:pPr>
              <a:defRPr sz="2200"/>
            </a:pPr>
            <a:r>
              <a:t>Manual research is slow, noisy, and often not tailored to local impact goals.</a:t>
            </a:r>
          </a:p>
          <a:p>
            <a:pPr>
              <a:defRPr sz="2200"/>
            </a:pPr>
            <a:r>
              <a:t>Decision-makers need accessible, actionable signals (not raw data).</a:t>
            </a:r>
          </a:p>
        </p:txBody>
      </p:sp>
      <p:pic>
        <p:nvPicPr>
          <p:cNvPr id="4" name="Picture 3" descr="0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2743200" cy="43005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Market prices &amp; time series (intraday / daily) — public APIs (yfinance, Finnhub).</a:t>
            </a:r>
          </a:p>
          <a:p>
            <a:pPr>
              <a:defRPr sz="2200"/>
            </a:pPr>
            <a:r>
              <a:t>Options data &amp; implied volatility (for risk signals) — Alpaca / yfinance fallback / mock for demos.</a:t>
            </a:r>
          </a:p>
          <a:p>
            <a:pPr>
              <a:defRPr sz="2200"/>
            </a:pPr>
            <a:r>
              <a:t>Alternative signals: news sentiment, macro indicators, community-specific datasets.</a:t>
            </a:r>
          </a:p>
        </p:txBody>
      </p:sp>
      <p:pic>
        <p:nvPicPr>
          <p:cNvPr id="4" name="Picture 3" descr="market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2743200" cy="263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Real-time dashboards: monitor price, volatility, and options Greeks for risk-aware decisions.</a:t>
            </a:r>
          </a:p>
          <a:p>
            <a:pPr>
              <a:defRPr sz="2200"/>
            </a:pPr>
            <a:r>
              <a:t>Signal generation: detect momentum, volatility surges, option skew changes.</a:t>
            </a:r>
          </a:p>
          <a:p>
            <a:pPr>
              <a:defRPr sz="2200"/>
            </a:pPr>
            <a:r>
              <a:t>Interactive exploration: filter by ticker, expiration, and moneyness to assess risk exposure.</a:t>
            </a:r>
          </a:p>
        </p:txBody>
      </p:sp>
      <p:pic>
        <p:nvPicPr>
          <p:cNvPr id="4" name="Picture 3" descr="market_forecast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2743200" cy="15072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 — Market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Interactive Dash app: tabs for Market Trends, Options Lab, Volatility Lab, Research Lab.</a:t>
            </a:r>
          </a:p>
          <a:p>
            <a:pPr>
              <a:defRPr sz="2200"/>
            </a:pPr>
            <a:r>
              <a:t>Options Lab: chain loader, Greeks, IV smile, vol-surface 3D visualization, trade simulator.</a:t>
            </a:r>
          </a:p>
          <a:p>
            <a:pPr>
              <a:defRPr sz="2200"/>
            </a:pPr>
            <a:r>
              <a:t>Actionable outputs: weekly/monthly picks, simple trade suggestions, exportable CSVs for reporting.</a:t>
            </a:r>
          </a:p>
        </p:txBody>
      </p:sp>
      <p:pic>
        <p:nvPicPr>
          <p:cNvPr id="4" name="Picture 3" descr="options_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2743200" cy="1543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tions_lab_after_cl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530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Benefit: faster, data-driven decisions for small orgs and student teams.</a:t>
            </a:r>
          </a:p>
          <a:p>
            <a:pPr>
              <a:defRPr sz="2200"/>
            </a:pPr>
            <a:r>
              <a:t>Metrics: decision time reduction, accuracy of signal (precision/recall of recommended picks), user adoption.</a:t>
            </a:r>
          </a:p>
          <a:p>
            <a:pPr>
              <a:defRPr sz="2200"/>
            </a:pPr>
            <a:r>
              <a:t>Pilot goal: 3 partner orgs, 50 users, measure decisions influenced within 3 months.</a:t>
            </a:r>
          </a:p>
        </p:txBody>
      </p:sp>
      <p:pic>
        <p:nvPicPr>
          <p:cNvPr id="4" name="Picture 3" descr="weekly_picks_annota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2743200" cy="19388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Roadmap /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Minimum: Python environment, API keys optional (yfinance works for demo).</a:t>
            </a:r>
          </a:p>
          <a:p>
            <a:pPr>
              <a:defRPr sz="2200"/>
            </a:pPr>
            <a:r>
              <a:t>Dependencies: Dash, pandas, numpy, plotly, python-pptx (for this deck generation script).</a:t>
            </a:r>
          </a:p>
          <a:p>
            <a:pPr>
              <a:defRPr sz="2200"/>
            </a:pPr>
            <a:r>
              <a:t>Next steps: polish UI, add deterministic test data, integrate simple model for forecasts.</a:t>
            </a:r>
          </a:p>
        </p:txBody>
      </p:sp>
      <p:pic>
        <p:nvPicPr>
          <p:cNvPr id="4" name="Picture 3" descr="20251119_152942_01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2743200" cy="4731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$X in funding to build a pilot (data, cloud hosting, API credits).</a:t>
            </a:r>
          </a:p>
          <a:p>
            <a:pPr>
              <a:defRPr sz="2200"/>
            </a:pPr>
            <a:r>
              <a:t>Mentorship/partners to run a 3-month pilot with community orgs.</a:t>
            </a:r>
          </a:p>
          <a:p>
            <a:pPr>
              <a:defRPr sz="2200"/>
            </a:pPr>
            <a:r>
              <a:t>Support for UX polishing and creating training materials.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— 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Democratizes market analytics for small teams and community-impact projects.</a:t>
            </a:r>
          </a:p>
          <a:p>
            <a:pPr>
              <a:defRPr sz="2200"/>
            </a:pPr>
            <a:r>
              <a:t>Leverages data for measurable social and financial outcomes.</a:t>
            </a:r>
          </a:p>
          <a:p>
            <a:pPr>
              <a:defRPr sz="2200"/>
            </a:pPr>
            <a:r>
              <a:t>We can demo a working prototype in minutes using our dashboard.</a:t>
            </a:r>
          </a:p>
        </p:txBody>
      </p:sp>
      <p:pic>
        <p:nvPicPr>
          <p:cNvPr id="4" name="Picture 3" descr="home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2743200" cy="25760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— Data Sources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Data: yfinance, Finnhub, optional Alpaca (credentials managed via keys.env).</a:t>
            </a:r>
          </a:p>
          <a:p>
            <a:pPr>
              <a:defRPr sz="2200"/>
            </a:pPr>
            <a:r>
              <a:t>Stack: Dash, Flask, Plotly, pandas, numpy.</a:t>
            </a:r>
          </a:p>
          <a:p>
            <a:pPr>
              <a:defRPr sz="2200"/>
            </a:pPr>
            <a:r>
              <a:t>Repo: /financial_dashboard — tabs/options_lab has greeks and chain loader implementations.</a:t>
            </a:r>
          </a:p>
        </p:txBody>
      </p:sp>
      <p:pic>
        <p:nvPicPr>
          <p:cNvPr id="4" name="Picture 3" descr="market_forecast_options_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463040"/>
            <a:ext cx="2743200" cy="26731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